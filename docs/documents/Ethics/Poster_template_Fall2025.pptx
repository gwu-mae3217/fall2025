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581"/>
    <a:srgbClr val="C8B1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90"/>
  </p:normalViewPr>
  <p:slideViewPr>
    <p:cSldViewPr snapToGrid="0">
      <p:cViewPr varScale="1">
        <p:scale>
          <a:sx n="23" d="100"/>
          <a:sy n="23" d="100"/>
        </p:scale>
        <p:origin x="712" y="344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496200" y="4765280"/>
            <a:ext cx="40899000" cy="131367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496160" y="18138400"/>
            <a:ext cx="40899000" cy="5072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496160" y="13765440"/>
            <a:ext cx="40899000" cy="5387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marL="914400" lvl="1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2319552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marL="914400" lvl="1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496160" y="3555840"/>
            <a:ext cx="13478400" cy="483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496160" y="8893440"/>
            <a:ext cx="13478400" cy="203481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marL="914400" lvl="1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353200" y="2880960"/>
            <a:ext cx="30565500" cy="261810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1945600" y="-800"/>
            <a:ext cx="219456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274400" y="7892320"/>
            <a:ext cx="19416900" cy="948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274400" y="17939680"/>
            <a:ext cx="19416900" cy="7904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23709600" y="4634080"/>
            <a:ext cx="18417600" cy="23648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496160" y="27075680"/>
            <a:ext cx="28794300" cy="3872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496160" y="7079200"/>
            <a:ext cx="40899000" cy="125664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496160" y="20174240"/>
            <a:ext cx="40899000" cy="8325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838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 algn="ctr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 algn="ctr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 algn="ctr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 algn="ctr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 algn="ctr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Autofit/>
          </a:bodyPr>
          <a:lstStyle>
            <a:lvl1pPr marL="457200" lvl="0" indent="-838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marL="914400" lvl="1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2pPr>
            <a:lvl3pPr marL="1371600" lvl="2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3pPr>
            <a:lvl4pPr marL="1828800" lvl="3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4pPr>
            <a:lvl5pPr marL="2286000" lvl="4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5pPr>
            <a:lvl6pPr marL="2743200" lvl="5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6pPr>
            <a:lvl7pPr marL="3200400" lvl="6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7pPr>
            <a:lvl8pPr marL="3657600" lvl="7" indent="-70485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8pPr>
            <a:lvl9pPr marL="4114800" lvl="8" indent="-704850">
              <a:lnSpc>
                <a:spcPct val="115000"/>
              </a:lnSpc>
              <a:spcBef>
                <a:spcPts val="8500"/>
              </a:spcBef>
              <a:spcAft>
                <a:spcPts val="850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>
            <a:lvl1pPr lvl="0" algn="r">
              <a:buNone/>
              <a:defRPr sz="5300">
                <a:solidFill>
                  <a:schemeClr val="dk2"/>
                </a:solidFill>
              </a:defRPr>
            </a:lvl1pPr>
            <a:lvl2pPr lvl="1" algn="r">
              <a:buNone/>
              <a:defRPr sz="5300">
                <a:solidFill>
                  <a:schemeClr val="dk2"/>
                </a:solidFill>
              </a:defRPr>
            </a:lvl2pPr>
            <a:lvl3pPr lvl="2" algn="r">
              <a:buNone/>
              <a:defRPr sz="5300">
                <a:solidFill>
                  <a:schemeClr val="dk2"/>
                </a:solidFill>
              </a:defRPr>
            </a:lvl3pPr>
            <a:lvl4pPr lvl="3" algn="r">
              <a:buNone/>
              <a:defRPr sz="5300">
                <a:solidFill>
                  <a:schemeClr val="dk2"/>
                </a:solidFill>
              </a:defRPr>
            </a:lvl4pPr>
            <a:lvl5pPr lvl="4" algn="r">
              <a:buNone/>
              <a:defRPr sz="5300">
                <a:solidFill>
                  <a:schemeClr val="dk2"/>
                </a:solidFill>
              </a:defRPr>
            </a:lvl5pPr>
            <a:lvl6pPr lvl="5" algn="r">
              <a:buNone/>
              <a:defRPr sz="5300">
                <a:solidFill>
                  <a:schemeClr val="dk2"/>
                </a:solidFill>
              </a:defRPr>
            </a:lvl6pPr>
            <a:lvl7pPr lvl="6" algn="r">
              <a:buNone/>
              <a:defRPr sz="5300">
                <a:solidFill>
                  <a:schemeClr val="dk2"/>
                </a:solidFill>
              </a:defRPr>
            </a:lvl7pPr>
            <a:lvl8pPr lvl="7" algn="r">
              <a:buNone/>
              <a:defRPr sz="5300">
                <a:solidFill>
                  <a:schemeClr val="dk2"/>
                </a:solidFill>
              </a:defRPr>
            </a:lvl8pPr>
            <a:lvl9pPr lvl="8" algn="r">
              <a:buNone/>
              <a:defRPr sz="5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B18A">
            <a:alpha val="25000"/>
          </a:srgbClr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706412" y="911666"/>
            <a:ext cx="25114200" cy="17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Title</a:t>
            </a:r>
            <a:endParaRPr sz="9600"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6498312" y="2711066"/>
            <a:ext cx="27530400" cy="2806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Last Name, First Initial. Middle Initial</a:t>
            </a:r>
            <a:r>
              <a:rPr lang="en" sz="6000" baseline="30000" dirty="0"/>
              <a:t>1</a:t>
            </a:r>
            <a:r>
              <a:rPr lang="en" sz="6000" dirty="0"/>
              <a:t> of each author with department information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baseline="30000" dirty="0"/>
              <a:t>1</a:t>
            </a:r>
            <a:r>
              <a:rPr lang="en" sz="5400" dirty="0"/>
              <a:t>Department of XYZ, </a:t>
            </a:r>
            <a:r>
              <a:rPr lang="en" sz="5400" baseline="30000" dirty="0"/>
              <a:t>2</a:t>
            </a:r>
            <a:r>
              <a:rPr lang="en" sz="5400" dirty="0"/>
              <a:t>Department of XYZ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The George Washington University, Washington DC.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5400" baseline="30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5400" baseline="30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 </a:t>
            </a:r>
            <a:endParaRPr sz="5400" dirty="0"/>
          </a:p>
        </p:txBody>
      </p:sp>
      <p:sp>
        <p:nvSpPr>
          <p:cNvPr id="56" name="Google Shape;56;p13"/>
          <p:cNvSpPr/>
          <p:nvPr/>
        </p:nvSpPr>
        <p:spPr>
          <a:xfrm>
            <a:off x="2210250" y="5517294"/>
            <a:ext cx="11187900" cy="25210406"/>
          </a:xfrm>
          <a:prstGeom prst="rect">
            <a:avLst/>
          </a:prstGeom>
          <a:solidFill>
            <a:srgbClr val="005581">
              <a:alpha val="25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30493050" y="5517294"/>
            <a:ext cx="11187900" cy="17987306"/>
          </a:xfrm>
          <a:prstGeom prst="rect">
            <a:avLst/>
          </a:prstGeom>
          <a:solidFill>
            <a:srgbClr val="005581">
              <a:alpha val="25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14428650" y="5517294"/>
            <a:ext cx="15033900" cy="11948306"/>
          </a:xfrm>
          <a:prstGeom prst="rect">
            <a:avLst/>
          </a:prstGeom>
          <a:solidFill>
            <a:srgbClr val="005581">
              <a:alpha val="25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30493050" y="24511175"/>
            <a:ext cx="11187900" cy="6161700"/>
          </a:xfrm>
          <a:prstGeom prst="rect">
            <a:avLst/>
          </a:prstGeom>
          <a:solidFill>
            <a:srgbClr val="005581">
              <a:alpha val="25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13"/>
          <p:cNvSpPr txBox="1"/>
          <p:nvPr/>
        </p:nvSpPr>
        <p:spPr>
          <a:xfrm>
            <a:off x="34458900" y="24587375"/>
            <a:ext cx="3945900" cy="124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dirty="0">
                <a:solidFill>
                  <a:srgbClr val="C00000"/>
                </a:solidFill>
              </a:rPr>
              <a:t>References</a:t>
            </a:r>
            <a:endParaRPr sz="5000" b="1" dirty="0">
              <a:solidFill>
                <a:srgbClr val="C00000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14428650" y="18404425"/>
            <a:ext cx="15033900" cy="12268500"/>
          </a:xfrm>
          <a:prstGeom prst="rect">
            <a:avLst/>
          </a:prstGeom>
          <a:solidFill>
            <a:srgbClr val="005581">
              <a:alpha val="25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2986200" y="5764800"/>
            <a:ext cx="9636000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rgbClr val="C00000"/>
                </a:solidFill>
                <a:latin typeface="Avenir"/>
                <a:ea typeface="Avenir"/>
                <a:cs typeface="Avenir"/>
                <a:sym typeface="Avenir"/>
              </a:rPr>
              <a:t>Background / introduction</a:t>
            </a:r>
            <a:endParaRPr sz="4800" b="1" dirty="0">
              <a:solidFill>
                <a:srgbClr val="C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31269000" y="5707650"/>
            <a:ext cx="9636000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rgbClr val="C00000"/>
                </a:solidFill>
                <a:latin typeface="Avenir"/>
                <a:ea typeface="Avenir"/>
                <a:cs typeface="Avenir"/>
                <a:sym typeface="Avenir"/>
              </a:rPr>
              <a:t>Conclusions</a:t>
            </a:r>
            <a:endParaRPr sz="4800" b="1" dirty="0">
              <a:solidFill>
                <a:srgbClr val="C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7127600" y="5707650"/>
            <a:ext cx="9636000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rgbClr val="C00000"/>
                </a:solidFill>
                <a:latin typeface="Avenir"/>
                <a:ea typeface="Avenir"/>
                <a:cs typeface="Avenir"/>
                <a:sym typeface="Avenir"/>
              </a:rPr>
              <a:t>Ethical concerns / considerations</a:t>
            </a:r>
            <a:endParaRPr sz="4800" b="1" dirty="0">
              <a:solidFill>
                <a:srgbClr val="C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7127600" y="18807550"/>
            <a:ext cx="9636000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rgbClr val="C00000"/>
                </a:solidFill>
                <a:latin typeface="Avenir"/>
                <a:ea typeface="Avenir"/>
                <a:cs typeface="Avenir"/>
                <a:sym typeface="Avenir"/>
              </a:rPr>
              <a:t>Recommendations</a:t>
            </a:r>
            <a:endParaRPr sz="4800" b="1" dirty="0">
              <a:solidFill>
                <a:srgbClr val="C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" name="Picture 12">
            <a:extLst>
              <a:ext uri="{FF2B5EF4-FFF2-40B4-BE49-F238E27FC236}">
                <a16:creationId xmlns:a16="http://schemas.microsoft.com/office/drawing/2014/main" id="{F7E1DCFA-D9D7-902A-F735-F3B76F07B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084" y="1751828"/>
            <a:ext cx="4288062" cy="2806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0">
            <a:extLst>
              <a:ext uri="{FF2B5EF4-FFF2-40B4-BE49-F238E27FC236}">
                <a16:creationId xmlns:a16="http://schemas.microsoft.com/office/drawing/2014/main" id="{59A6CDDC-C790-B5EF-FAB4-4F2C4BBCD346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4844" y="1966222"/>
            <a:ext cx="8023859" cy="2377440"/>
          </a:xfrm>
          <a:prstGeom prst="rect">
            <a:avLst/>
          </a:prstGeom>
          <a:noFill/>
          <a:ln>
            <a:noFill/>
          </a:ln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Macintosh PowerPoint</Application>
  <PresentationFormat>Custom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Avenir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Bulusu, Kartik Venkat</cp:lastModifiedBy>
  <cp:revision>1</cp:revision>
  <dcterms:modified xsi:type="dcterms:W3CDTF">2024-10-30T04:59:22Z</dcterms:modified>
</cp:coreProperties>
</file>